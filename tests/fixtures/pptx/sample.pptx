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</a:t>
            </a:r>
            <a:r>
              <a:rPr b="1"/>
              <a:t>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paragraph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Cell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A2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Cell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